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11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C535E0-BE6C-6E18-DBC9-12D15C4B1B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1879B5-4378-FC06-DBC0-574DF9CA1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0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7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56DF95-1C38-472A-A00D-99907BF56C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05840" cy="265176"/>
          </a:xfrm>
          <a:prstGeom prst="roundRect">
            <a:avLst>
              <a:gd name="adj" fmla="val 17241"/>
            </a:avLst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 ٠٤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2788920" y="132588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– تجهيز وتفعيل الحديقة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88920" y="20208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مشروع افتتاح حدائق الملك عبدالله العالمية</a:t>
            </a:r>
            <a:endParaRPr lang="en-US" sz="1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383280" y="2286000"/>
            <a:ext cx="8092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80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يومياً من مسؤول المسار إلى مدير مكتب إدارة المشروع لاستخدامه في إعداد التقرير اليومي الشامل.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4507992" y="2817457"/>
            <a:ext cx="696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نطاق تعبئة مسؤول المسار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07992" y="3100720"/>
            <a:ext cx="696772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020458" y="3199798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b="1" dirty="0">
                <a:solidFill>
                  <a:schemeClr val="accent4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الحديقة والمسارات، النقل، السلامة والطوارئ، الاستدامة والبيئة، الجاهزية والتشغيل الميداني</a:t>
            </a:r>
            <a:endParaRPr lang="en-US" sz="92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6263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التقرير اليومي للمسار | مكتب إدارة المشروع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لمسار تجهيز وتفعيل الحديقة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 اليوم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262432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961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5544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5819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594360" cy="265176"/>
          </a:xfrm>
          <a:prstGeom prst="roundRect">
            <a:avLst>
              <a:gd name="adj" fmla="val 17241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267712" y="1481328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804672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المختارة: أخضر/أصفر/أحمر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739896" y="107899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الإنجاز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39896" y="1353312"/>
            <a:ext cx="353872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3913632" y="1389888"/>
            <a:ext cx="3017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 رئيسي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 رئيسي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 رئيسي ٣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63256" y="107899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 من مكتب إدارة المشروع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63256" y="1353312"/>
            <a:ext cx="381304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7955280" y="1444752"/>
            <a:ext cx="3154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 / اعتماد / تنسيق / تصعيد مطلوب</a:t>
            </a:r>
            <a:endParaRPr lang="en-US" sz="880" dirty="0"/>
          </a:p>
          <a:p>
            <a:pPr marL="0" indent="0" algn="r" rtl="1">
              <a:buNone/>
            </a:pPr>
            <a:r>
              <a:rPr lang="en-US" sz="8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موعد: وقت / تاريخ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0936" y="286207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التحديث التفصيلي اليومي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" y="3136392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777240" y="3310128"/>
            <a:ext cx="13258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04672" y="33604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103120" y="3310128"/>
            <a:ext cx="187452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213055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3977640" y="3310128"/>
            <a:ext cx="187452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400507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5852160" y="3310128"/>
            <a:ext cx="187452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5879592" y="33604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726680" y="3310128"/>
            <a:ext cx="914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7754112" y="33604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641080" y="3310128"/>
            <a:ext cx="21488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8668512" y="3360420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البند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7240" y="3602736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809244" y="3648456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10312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213512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97764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400964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52160" y="3602736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5884164" y="3648456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7726680" y="36027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7758684" y="36484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8641080" y="3602736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8673084" y="3648456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رئيسية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77240" y="3986784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09244" y="4032504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210312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213512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397764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2" name="Text 50"/>
          <p:cNvSpPr/>
          <p:nvPr/>
        </p:nvSpPr>
        <p:spPr>
          <a:xfrm>
            <a:off x="400964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852160" y="3986784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4" name="Text 52"/>
          <p:cNvSpPr/>
          <p:nvPr/>
        </p:nvSpPr>
        <p:spPr>
          <a:xfrm>
            <a:off x="5884164" y="4032504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726680" y="39867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6" name="Text 54"/>
          <p:cNvSpPr/>
          <p:nvPr/>
        </p:nvSpPr>
        <p:spPr>
          <a:xfrm>
            <a:off x="7758684" y="40325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986784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Text 56"/>
          <p:cNvSpPr/>
          <p:nvPr/>
        </p:nvSpPr>
        <p:spPr>
          <a:xfrm>
            <a:off x="8673084" y="4032504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مخرجات/اعتمادات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77240" y="4370832"/>
            <a:ext cx="13258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0" name="Text 58"/>
          <p:cNvSpPr/>
          <p:nvPr/>
        </p:nvSpPr>
        <p:spPr>
          <a:xfrm>
            <a:off x="809244" y="4416552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210312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2" name="Text 60"/>
          <p:cNvSpPr/>
          <p:nvPr/>
        </p:nvSpPr>
        <p:spPr>
          <a:xfrm>
            <a:off x="213512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97764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4" name="Text 62"/>
          <p:cNvSpPr/>
          <p:nvPr/>
        </p:nvSpPr>
        <p:spPr>
          <a:xfrm>
            <a:off x="400964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852160" y="4370832"/>
            <a:ext cx="18745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6" name="Text 64"/>
          <p:cNvSpPr/>
          <p:nvPr/>
        </p:nvSpPr>
        <p:spPr>
          <a:xfrm>
            <a:off x="5884164" y="4416552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7726680" y="43708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8" name="Text 66"/>
          <p:cNvSpPr/>
          <p:nvPr/>
        </p:nvSpPr>
        <p:spPr>
          <a:xfrm>
            <a:off x="7758684" y="44165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641080" y="4370832"/>
            <a:ext cx="21488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0" name="Text 68"/>
          <p:cNvSpPr/>
          <p:nvPr/>
        </p:nvSpPr>
        <p:spPr>
          <a:xfrm>
            <a:off x="8673084" y="4416552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تنسيق مع جهات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777240" y="4754880"/>
            <a:ext cx="13258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2" name="Text 70"/>
          <p:cNvSpPr/>
          <p:nvPr/>
        </p:nvSpPr>
        <p:spPr>
          <a:xfrm>
            <a:off x="809244" y="4800600"/>
            <a:ext cx="12618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210312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4" name="Text 72"/>
          <p:cNvSpPr/>
          <p:nvPr/>
        </p:nvSpPr>
        <p:spPr>
          <a:xfrm>
            <a:off x="213512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97764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6" name="Text 74"/>
          <p:cNvSpPr/>
          <p:nvPr/>
        </p:nvSpPr>
        <p:spPr>
          <a:xfrm>
            <a:off x="400964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مخطط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852160" y="4754880"/>
            <a:ext cx="18745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8" name="Text 76"/>
          <p:cNvSpPr/>
          <p:nvPr/>
        </p:nvSpPr>
        <p:spPr>
          <a:xfrm>
            <a:off x="5884164" y="4800600"/>
            <a:ext cx="18105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قيد التنفيذ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726680" y="4754880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0" name="Text 78"/>
          <p:cNvSpPr/>
          <p:nvPr/>
        </p:nvSpPr>
        <p:spPr>
          <a:xfrm>
            <a:off x="7758684" y="480060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منجز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41080" y="4754880"/>
            <a:ext cx="21488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2" name="Text 80"/>
          <p:cNvSpPr/>
          <p:nvPr/>
        </p:nvSpPr>
        <p:spPr>
          <a:xfrm>
            <a:off x="8673084" y="4800600"/>
            <a:ext cx="20848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8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موردين/أطراف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تفاصيل الأنشطة اليومية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قائمة أعمال المسار اليومية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4114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الاعتماد/الدليل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188720" y="1481328"/>
            <a:ext cx="278892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216152" y="1531620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الإنجاز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977640" y="1481328"/>
            <a:ext cx="11430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00507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914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1480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نهاية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914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60624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بداية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6949440" y="1481328"/>
            <a:ext cx="914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69768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10972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789127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النشاط / المخرج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61120" y="1481328"/>
            <a:ext cx="18288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8988552" y="1531620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777240" y="177393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809244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188720" y="177393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1220724" y="18196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4009644" y="18196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206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1526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60350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60670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949440" y="177393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6981444" y="18196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863840" y="177393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7895844" y="18196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961120" y="177393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8993124" y="18196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777240" y="218541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809244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188720" y="218541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1220724" y="22311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977640" y="218541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4009644" y="22311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51206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51526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60350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60670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50" name="Shape 48"/>
          <p:cNvSpPr/>
          <p:nvPr/>
        </p:nvSpPr>
        <p:spPr>
          <a:xfrm>
            <a:off x="6949440" y="218541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6981444" y="22311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7863840" y="218541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95844" y="22311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8961120" y="218541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993124" y="22311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1188720" y="259689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1220724" y="26426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977640" y="259689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4009644" y="26426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51206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51526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60350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60670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6949440" y="259689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981444" y="26426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7863840" y="259689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7895844" y="26426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70" name="Shape 68"/>
          <p:cNvSpPr/>
          <p:nvPr/>
        </p:nvSpPr>
        <p:spPr>
          <a:xfrm>
            <a:off x="8961120" y="259689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8993124" y="26426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77240" y="300837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809244" y="305409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1188720" y="300837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1220724" y="305409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76" name="Shape 74"/>
          <p:cNvSpPr/>
          <p:nvPr/>
        </p:nvSpPr>
        <p:spPr>
          <a:xfrm>
            <a:off x="3977640" y="300837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4009644" y="305409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51206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51526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0350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60670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82" name="Shape 80"/>
          <p:cNvSpPr/>
          <p:nvPr/>
        </p:nvSpPr>
        <p:spPr>
          <a:xfrm>
            <a:off x="6949440" y="300837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981444" y="305409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7863840" y="300837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7895844" y="305409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86" name="Shape 84"/>
          <p:cNvSpPr/>
          <p:nvPr/>
        </p:nvSpPr>
        <p:spPr>
          <a:xfrm>
            <a:off x="8961120" y="300837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8993124" y="305409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660" dirty="0"/>
          </a:p>
        </p:txBody>
      </p:sp>
      <p:sp>
        <p:nvSpPr>
          <p:cNvPr id="88" name="Shape 86"/>
          <p:cNvSpPr/>
          <p:nvPr/>
        </p:nvSpPr>
        <p:spPr>
          <a:xfrm>
            <a:off x="777240" y="341985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809244" y="346557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1188720" y="341985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1" name="Text 89"/>
          <p:cNvSpPr/>
          <p:nvPr/>
        </p:nvSpPr>
        <p:spPr>
          <a:xfrm>
            <a:off x="1220724" y="346557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3977640" y="341985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3" name="Text 91"/>
          <p:cNvSpPr/>
          <p:nvPr/>
        </p:nvSpPr>
        <p:spPr>
          <a:xfrm>
            <a:off x="4009644" y="346557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94" name="Shape 92"/>
          <p:cNvSpPr/>
          <p:nvPr/>
        </p:nvSpPr>
        <p:spPr>
          <a:xfrm>
            <a:off x="51206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5" name="Text 93"/>
          <p:cNvSpPr/>
          <p:nvPr/>
        </p:nvSpPr>
        <p:spPr>
          <a:xfrm>
            <a:off x="51526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6" name="Shape 94"/>
          <p:cNvSpPr/>
          <p:nvPr/>
        </p:nvSpPr>
        <p:spPr>
          <a:xfrm>
            <a:off x="60350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7" name="Text 95"/>
          <p:cNvSpPr/>
          <p:nvPr/>
        </p:nvSpPr>
        <p:spPr>
          <a:xfrm>
            <a:off x="60670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6949440" y="341985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9" name="Text 97"/>
          <p:cNvSpPr/>
          <p:nvPr/>
        </p:nvSpPr>
        <p:spPr>
          <a:xfrm>
            <a:off x="6981444" y="346557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00" name="Shape 98"/>
          <p:cNvSpPr/>
          <p:nvPr/>
        </p:nvSpPr>
        <p:spPr>
          <a:xfrm>
            <a:off x="7863840" y="341985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1" name="Text 99"/>
          <p:cNvSpPr/>
          <p:nvPr/>
        </p:nvSpPr>
        <p:spPr>
          <a:xfrm>
            <a:off x="7895844" y="346557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8961120" y="341985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3" name="Text 101"/>
          <p:cNvSpPr/>
          <p:nvPr/>
        </p:nvSpPr>
        <p:spPr>
          <a:xfrm>
            <a:off x="8993124" y="346557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٥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777240" y="383133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5" name="Text 103"/>
          <p:cNvSpPr/>
          <p:nvPr/>
        </p:nvSpPr>
        <p:spPr>
          <a:xfrm>
            <a:off x="809244" y="387705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06" name="Shape 104"/>
          <p:cNvSpPr/>
          <p:nvPr/>
        </p:nvSpPr>
        <p:spPr>
          <a:xfrm>
            <a:off x="1188720" y="383133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7" name="Text 105"/>
          <p:cNvSpPr/>
          <p:nvPr/>
        </p:nvSpPr>
        <p:spPr>
          <a:xfrm>
            <a:off x="1220724" y="387705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08" name="Shape 106"/>
          <p:cNvSpPr/>
          <p:nvPr/>
        </p:nvSpPr>
        <p:spPr>
          <a:xfrm>
            <a:off x="3977640" y="383133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9" name="Text 107"/>
          <p:cNvSpPr/>
          <p:nvPr/>
        </p:nvSpPr>
        <p:spPr>
          <a:xfrm>
            <a:off x="4009644" y="387705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10" name="Shape 108"/>
          <p:cNvSpPr/>
          <p:nvPr/>
        </p:nvSpPr>
        <p:spPr>
          <a:xfrm>
            <a:off x="51206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1" name="Text 109"/>
          <p:cNvSpPr/>
          <p:nvPr/>
        </p:nvSpPr>
        <p:spPr>
          <a:xfrm>
            <a:off x="51526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2" name="Shape 110"/>
          <p:cNvSpPr/>
          <p:nvPr/>
        </p:nvSpPr>
        <p:spPr>
          <a:xfrm>
            <a:off x="60350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3" name="Text 111"/>
          <p:cNvSpPr/>
          <p:nvPr/>
        </p:nvSpPr>
        <p:spPr>
          <a:xfrm>
            <a:off x="60670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14" name="Shape 112"/>
          <p:cNvSpPr/>
          <p:nvPr/>
        </p:nvSpPr>
        <p:spPr>
          <a:xfrm>
            <a:off x="6949440" y="383133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5" name="Text 113"/>
          <p:cNvSpPr/>
          <p:nvPr/>
        </p:nvSpPr>
        <p:spPr>
          <a:xfrm>
            <a:off x="6981444" y="387705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16" name="Shape 114"/>
          <p:cNvSpPr/>
          <p:nvPr/>
        </p:nvSpPr>
        <p:spPr>
          <a:xfrm>
            <a:off x="7863840" y="383133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7" name="Text 115"/>
          <p:cNvSpPr/>
          <p:nvPr/>
        </p:nvSpPr>
        <p:spPr>
          <a:xfrm>
            <a:off x="7895844" y="387705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18" name="Shape 116"/>
          <p:cNvSpPr/>
          <p:nvPr/>
        </p:nvSpPr>
        <p:spPr>
          <a:xfrm>
            <a:off x="8961120" y="383133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9" name="Text 117"/>
          <p:cNvSpPr/>
          <p:nvPr/>
        </p:nvSpPr>
        <p:spPr>
          <a:xfrm>
            <a:off x="8993124" y="387705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٦</a:t>
            </a:r>
            <a:endParaRPr lang="en-US" sz="660" dirty="0"/>
          </a:p>
        </p:txBody>
      </p:sp>
      <p:sp>
        <p:nvSpPr>
          <p:cNvPr id="120" name="Shape 118"/>
          <p:cNvSpPr/>
          <p:nvPr/>
        </p:nvSpPr>
        <p:spPr>
          <a:xfrm>
            <a:off x="777240" y="4242816"/>
            <a:ext cx="4114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1" name="Text 119"/>
          <p:cNvSpPr/>
          <p:nvPr/>
        </p:nvSpPr>
        <p:spPr>
          <a:xfrm>
            <a:off x="809244" y="428853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22" name="Shape 120"/>
          <p:cNvSpPr/>
          <p:nvPr/>
        </p:nvSpPr>
        <p:spPr>
          <a:xfrm>
            <a:off x="1188720" y="4242816"/>
            <a:ext cx="278892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3" name="Text 121"/>
          <p:cNvSpPr/>
          <p:nvPr/>
        </p:nvSpPr>
        <p:spPr>
          <a:xfrm>
            <a:off x="1220724" y="428853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24" name="Shape 122"/>
          <p:cNvSpPr/>
          <p:nvPr/>
        </p:nvSpPr>
        <p:spPr>
          <a:xfrm>
            <a:off x="3977640" y="4242816"/>
            <a:ext cx="11430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5" name="Text 123"/>
          <p:cNvSpPr/>
          <p:nvPr/>
        </p:nvSpPr>
        <p:spPr>
          <a:xfrm>
            <a:off x="4009644" y="428853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26" name="Shape 124"/>
          <p:cNvSpPr/>
          <p:nvPr/>
        </p:nvSpPr>
        <p:spPr>
          <a:xfrm>
            <a:off x="51206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7" name="Text 125"/>
          <p:cNvSpPr/>
          <p:nvPr/>
        </p:nvSpPr>
        <p:spPr>
          <a:xfrm>
            <a:off x="51526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60350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9" name="Text 127"/>
          <p:cNvSpPr/>
          <p:nvPr/>
        </p:nvSpPr>
        <p:spPr>
          <a:xfrm>
            <a:off x="60670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30" name="Shape 128"/>
          <p:cNvSpPr/>
          <p:nvPr/>
        </p:nvSpPr>
        <p:spPr>
          <a:xfrm>
            <a:off x="6949440" y="4242816"/>
            <a:ext cx="9144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1" name="Text 129"/>
          <p:cNvSpPr/>
          <p:nvPr/>
        </p:nvSpPr>
        <p:spPr>
          <a:xfrm>
            <a:off x="6981444" y="428853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32" name="Shape 130"/>
          <p:cNvSpPr/>
          <p:nvPr/>
        </p:nvSpPr>
        <p:spPr>
          <a:xfrm>
            <a:off x="7863840" y="4242816"/>
            <a:ext cx="10972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3" name="Text 131"/>
          <p:cNvSpPr/>
          <p:nvPr/>
        </p:nvSpPr>
        <p:spPr>
          <a:xfrm>
            <a:off x="7895844" y="428853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961120" y="4242816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5" name="Text 133"/>
          <p:cNvSpPr/>
          <p:nvPr/>
        </p:nvSpPr>
        <p:spPr>
          <a:xfrm>
            <a:off x="8993124" y="428853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٧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7" name="Text 135"/>
          <p:cNvSpPr/>
          <p:nvPr/>
        </p:nvSpPr>
        <p:spPr>
          <a:xfrm>
            <a:off x="809244" y="4700016"/>
            <a:ext cx="3474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رابط/مرفق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1188720" y="4654296"/>
            <a:ext cx="278892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9" name="Text 137"/>
          <p:cNvSpPr/>
          <p:nvPr/>
        </p:nvSpPr>
        <p:spPr>
          <a:xfrm>
            <a:off x="1220724" y="4700016"/>
            <a:ext cx="272491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٪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3977640" y="4654296"/>
            <a:ext cx="11430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1" name="Text 139"/>
          <p:cNvSpPr/>
          <p:nvPr/>
        </p:nvSpPr>
        <p:spPr>
          <a:xfrm>
            <a:off x="4009644" y="4700016"/>
            <a:ext cx="10789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51206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3" name="Text 141"/>
          <p:cNvSpPr/>
          <p:nvPr/>
        </p:nvSpPr>
        <p:spPr>
          <a:xfrm>
            <a:off x="51526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4" name="Shape 142"/>
          <p:cNvSpPr/>
          <p:nvPr/>
        </p:nvSpPr>
        <p:spPr>
          <a:xfrm>
            <a:off x="60350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5" name="Text 143"/>
          <p:cNvSpPr/>
          <p:nvPr/>
        </p:nvSpPr>
        <p:spPr>
          <a:xfrm>
            <a:off x="60670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60" dirty="0"/>
          </a:p>
        </p:txBody>
      </p:sp>
      <p:sp>
        <p:nvSpPr>
          <p:cNvPr id="146" name="Shape 144"/>
          <p:cNvSpPr/>
          <p:nvPr/>
        </p:nvSpPr>
        <p:spPr>
          <a:xfrm>
            <a:off x="6949440" y="4654296"/>
            <a:ext cx="9144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7" name="Text 145"/>
          <p:cNvSpPr/>
          <p:nvPr/>
        </p:nvSpPr>
        <p:spPr>
          <a:xfrm>
            <a:off x="6981444" y="4700016"/>
            <a:ext cx="8503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7863840" y="4654296"/>
            <a:ext cx="109728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9" name="Text 147"/>
          <p:cNvSpPr/>
          <p:nvPr/>
        </p:nvSpPr>
        <p:spPr>
          <a:xfrm>
            <a:off x="7895844" y="4700016"/>
            <a:ext cx="103327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اسم النشاط/المخرج</a:t>
            </a:r>
            <a:endParaRPr lang="en-US" sz="660" dirty="0"/>
          </a:p>
        </p:txBody>
      </p:sp>
      <p:sp>
        <p:nvSpPr>
          <p:cNvPr id="150" name="Shape 148"/>
          <p:cNvSpPr/>
          <p:nvPr/>
        </p:nvSpPr>
        <p:spPr>
          <a:xfrm>
            <a:off x="8961120" y="4654296"/>
            <a:ext cx="1828800" cy="411480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1" name="Text 149"/>
          <p:cNvSpPr/>
          <p:nvPr/>
        </p:nvSpPr>
        <p:spPr>
          <a:xfrm>
            <a:off x="8993124" y="4700016"/>
            <a:ext cx="1764792" cy="3200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٨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والتصعيد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1280160" y="1481328"/>
            <a:ext cx="1645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130759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8229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2953512" y="15316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374904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377647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010912" y="15316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566928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569671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28016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131216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1773936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2958084" y="1819656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749040" y="1773936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781044" y="1819656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77393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015484" y="181965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0128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28016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131216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926080" y="2157984"/>
            <a:ext cx="8229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2958084" y="2203704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2344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3781044" y="2203704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983480" y="2157984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015484" y="2203704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66928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570128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5" name="Text 43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8016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131216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926080" y="2542032"/>
            <a:ext cx="8229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8084" y="2587752"/>
            <a:ext cx="7589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749040" y="2542032"/>
            <a:ext cx="12344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3781044" y="2587752"/>
            <a:ext cx="11704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83480" y="2542032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5015484" y="2587752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66928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570128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6537960" y="1481328"/>
            <a:ext cx="169164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6565392" y="153162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>
            <a:off x="6537960" y="1773936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6569964" y="1819656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2157984"/>
            <a:ext cx="1691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6569964" y="2203704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537960" y="2542032"/>
            <a:ext cx="1691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3" name="Text 81"/>
          <p:cNvSpPr/>
          <p:nvPr/>
        </p:nvSpPr>
        <p:spPr>
          <a:xfrm>
            <a:off x="6569964" y="2587752"/>
            <a:ext cx="1627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5" name="Text 83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7" name="Text 85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9" name="Text 87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630936" y="386791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630936" y="4142232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2" name="Text 90"/>
          <p:cNvSpPr/>
          <p:nvPr/>
        </p:nvSpPr>
        <p:spPr>
          <a:xfrm>
            <a:off x="868680" y="4279392"/>
            <a:ext cx="10149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١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ملاحظة ٢</a:t>
            </a:r>
            <a:endParaRPr lang="en-US" sz="900" dirty="0"/>
          </a:p>
          <a:p>
            <a:pPr marL="0" indent="0" algn="r" rtl="1">
              <a:buNone/>
            </a:pPr>
            <a:r>
              <a:rPr lang="en-US" sz="9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أي تأثير على التقرير اليومي الشامل أو على مسارات أخرى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والجاهزية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سلامة المسار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10945368" cy="0"/>
          </a:xfrm>
          <a:prstGeom prst="line">
            <a:avLst/>
          </a:prstGeom>
          <a:noFill/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10972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364992" y="1531620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44622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760720" y="1481328"/>
            <a:ext cx="242316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5788152" y="1531620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8183880" y="1481328"/>
            <a:ext cx="26060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8211312" y="153162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5" name="Text 23"/>
          <p:cNvSpPr/>
          <p:nvPr/>
        </p:nvSpPr>
        <p:spPr>
          <a:xfrm>
            <a:off x="3369564" y="1819656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4668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0" y="1773936"/>
            <a:ext cx="2423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Text 27"/>
          <p:cNvSpPr/>
          <p:nvPr/>
        </p:nvSpPr>
        <p:spPr>
          <a:xfrm>
            <a:off x="5792724" y="1819656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773936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8215884" y="181965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7560" y="2167128"/>
            <a:ext cx="10972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7" name="Text 35"/>
          <p:cNvSpPr/>
          <p:nvPr/>
        </p:nvSpPr>
        <p:spPr>
          <a:xfrm>
            <a:off x="3369564" y="2212848"/>
            <a:ext cx="10332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348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4668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2167128"/>
            <a:ext cx="2423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1" name="Text 39"/>
          <p:cNvSpPr/>
          <p:nvPr/>
        </p:nvSpPr>
        <p:spPr>
          <a:xfrm>
            <a:off x="5792724" y="2212848"/>
            <a:ext cx="2359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83880" y="2167128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8215884" y="2212848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0936" y="3566160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جودة وجاهزية المسار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30936" y="3840480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777240" y="3968496"/>
            <a:ext cx="21488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804672" y="4018788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2926080" y="3968496"/>
            <a:ext cx="26060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9" name="Text 47"/>
          <p:cNvSpPr/>
          <p:nvPr/>
        </p:nvSpPr>
        <p:spPr>
          <a:xfrm>
            <a:off x="2953512" y="40187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532120" y="3968496"/>
            <a:ext cx="128016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5955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812280" y="3968496"/>
            <a:ext cx="128016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6839712" y="40187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092440" y="3968496"/>
            <a:ext cx="26974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8119872" y="4018788"/>
            <a:ext cx="2642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777240" y="4261104"/>
            <a:ext cx="21488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7" name="Text 55"/>
          <p:cNvSpPr/>
          <p:nvPr/>
        </p:nvSpPr>
        <p:spPr>
          <a:xfrm>
            <a:off x="809244" y="4306824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926080" y="4261104"/>
            <a:ext cx="2606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9" name="Text 57"/>
          <p:cNvSpPr/>
          <p:nvPr/>
        </p:nvSpPr>
        <p:spPr>
          <a:xfrm>
            <a:off x="2958084" y="4306824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3212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1" name="Text 59"/>
          <p:cNvSpPr/>
          <p:nvPr/>
        </p:nvSpPr>
        <p:spPr>
          <a:xfrm>
            <a:off x="556412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12280" y="4261104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6844284" y="4306824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092440" y="4261104"/>
            <a:ext cx="26974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5" name="Text 63"/>
          <p:cNvSpPr/>
          <p:nvPr/>
        </p:nvSpPr>
        <p:spPr>
          <a:xfrm>
            <a:off x="8124444" y="4306824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77240" y="4654296"/>
            <a:ext cx="21488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09244" y="4700016"/>
            <a:ext cx="20848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0" y="4654296"/>
            <a:ext cx="26060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2958084" y="4700016"/>
            <a:ext cx="25420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53212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556412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812280" y="4654296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6844284" y="4700016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92440" y="4654296"/>
            <a:ext cx="26974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8124444" y="4700016"/>
            <a:ext cx="26334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اليومي للمسار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 للمسار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تنفيذه الآن | غداً = ما سيتم تنفيذه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17320" y="297180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2084832" y="281635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224028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1856232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733055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81893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453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سيتم إنجازه غداً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0525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05256" y="3840480"/>
            <a:ext cx="2532888" cy="0"/>
          </a:xfrm>
          <a:prstGeom prst="line">
            <a:avLst/>
          </a:prstGeom>
          <a:noFill/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100584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59552" y="2816352"/>
            <a:ext cx="310896" cy="310896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571500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5330952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5247549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776748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5308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</a:t>
            </a:r>
            <a:r>
              <a:rPr lang="en-US" sz="940" dirty="0" err="1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يتم</a:t>
            </a: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إنجازه اليوم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37997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379976" y="3840480"/>
            <a:ext cx="253288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448056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034272" y="281635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9189720" y="281635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8805672" y="1737360"/>
            <a:ext cx="777240" cy="265176"/>
          </a:xfrm>
          <a:prstGeom prst="roundRect">
            <a:avLst>
              <a:gd name="adj" fmla="val 17241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8676088" y="180136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436202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44762" y="2459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4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54696" y="35661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أنشطة المسار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854696" y="3840480"/>
            <a:ext cx="2532888" cy="0"/>
          </a:xfrm>
          <a:prstGeom prst="line">
            <a:avLst/>
          </a:prstGeom>
          <a:noFill/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955280" y="3895344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50" dirty="0"/>
          </a:p>
          <a:p>
            <a:pPr marL="0" indent="0" algn="r" rtl="1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15000" y="5440680"/>
            <a:ext cx="0" cy="0"/>
          </a:xfrm>
          <a:prstGeom prst="line">
            <a:avLst/>
          </a:prstGeom>
          <a:noFill/>
          <a:ln w="1524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 للمسار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2788920" y="109728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وصور اليوم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30936" y="10789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/ أدلة ميدانية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30936" y="1353312"/>
            <a:ext cx="5230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5720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ضع هنا صور قبل/بعد أو لقطات من الموقع أو روابط الأدلة.</a:t>
            </a:r>
            <a:endParaRPr lang="en-US" sz="1000" dirty="0"/>
          </a:p>
          <a:p>
            <a:pPr marL="0" indent="0" algn="r" rtl="1">
              <a:buNone/>
            </a:pP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١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٢</a:t>
            </a:r>
            <a:endParaRPr lang="en-US" sz="1000" dirty="0"/>
          </a:p>
          <a:p>
            <a:pPr marL="0" indent="0" algn="r" rtl="1">
              <a:buNone/>
            </a:pPr>
            <a:r>
              <a:rPr lang="en-US" sz="100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صورة 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91656" y="1078992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للمسار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391656" y="1353312"/>
            <a:ext cx="5184648" cy="0"/>
          </a:xfrm>
          <a:prstGeom prst="line">
            <a:avLst/>
          </a:prstGeom>
          <a:noFill/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3796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56539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8745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976872" y="153162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 المطلوب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8823960" y="1481328"/>
            <a:ext cx="17373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851392" y="1531620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1056132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8875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537960" y="1773936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6569964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49440" y="1773936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6981444" y="1819656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23960" y="1773936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8855964" y="1819656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561320" y="1773936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6" name="Text 24"/>
          <p:cNvSpPr/>
          <p:nvPr/>
        </p:nvSpPr>
        <p:spPr>
          <a:xfrm>
            <a:off x="10593324" y="1819656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6569964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49440" y="2194560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6981444" y="2240280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23960" y="2194560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2" name="Text 30"/>
          <p:cNvSpPr/>
          <p:nvPr/>
        </p:nvSpPr>
        <p:spPr>
          <a:xfrm>
            <a:off x="8855964" y="2240280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561320" y="2194560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4" name="Text 32"/>
          <p:cNvSpPr/>
          <p:nvPr/>
        </p:nvSpPr>
        <p:spPr>
          <a:xfrm>
            <a:off x="10593324" y="2240280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537960" y="2615184"/>
            <a:ext cx="41148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6569964" y="2660904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49440" y="2615184"/>
            <a:ext cx="187452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38" name="Text 36"/>
          <p:cNvSpPr/>
          <p:nvPr/>
        </p:nvSpPr>
        <p:spPr>
          <a:xfrm>
            <a:off x="6981444" y="2660904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23960" y="2615184"/>
            <a:ext cx="173736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8855964" y="2660904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561320" y="2615184"/>
            <a:ext cx="11430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2" name="Text 40"/>
          <p:cNvSpPr/>
          <p:nvPr/>
        </p:nvSpPr>
        <p:spPr>
          <a:xfrm>
            <a:off x="10593324" y="2660904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537960" y="3035808"/>
            <a:ext cx="41148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4" name="Text 42"/>
          <p:cNvSpPr/>
          <p:nvPr/>
        </p:nvSpPr>
        <p:spPr>
          <a:xfrm>
            <a:off x="6569964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49440" y="3035808"/>
            <a:ext cx="187452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6" name="Text 44"/>
          <p:cNvSpPr/>
          <p:nvPr/>
        </p:nvSpPr>
        <p:spPr>
          <a:xfrm>
            <a:off x="6981444" y="3081528"/>
            <a:ext cx="181051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23960" y="3035808"/>
            <a:ext cx="173736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48" name="Text 46"/>
          <p:cNvSpPr/>
          <p:nvPr/>
        </p:nvSpPr>
        <p:spPr>
          <a:xfrm>
            <a:off x="8855964" y="3081528"/>
            <a:ext cx="167335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61320" y="3035808"/>
            <a:ext cx="1143000" cy="420624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0" name="Text 48"/>
          <p:cNvSpPr/>
          <p:nvPr/>
        </p:nvSpPr>
        <p:spPr>
          <a:xfrm>
            <a:off x="10593324" y="3081528"/>
            <a:ext cx="1078992" cy="32918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0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30936" y="5724144"/>
            <a:ext cx="10945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1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إرسال التقرير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30936" y="5998464"/>
            <a:ext cx="10945368" cy="0"/>
          </a:xfrm>
          <a:prstGeom prst="line">
            <a:avLst/>
          </a:prstGeom>
          <a:noFill/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en-SA"/>
          </a:p>
        </p:txBody>
      </p:sp>
      <p:sp>
        <p:nvSpPr>
          <p:cNvPr id="53" name="Text 51"/>
          <p:cNvSpPr/>
          <p:nvPr/>
        </p:nvSpPr>
        <p:spPr>
          <a:xfrm>
            <a:off x="786384" y="5740322"/>
            <a:ext cx="10149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2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يرسل مسؤول المسار التقرير اليومي قبل الساعة إلى مدير مكتب إدارة المشروع مع الروابط والمرفقات الداعمة.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637D7E2B-16EA-98CC-9CAC-62021CA28122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7800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680</Words>
  <Application>Microsoft Macintosh PowerPoint</Application>
  <PresentationFormat>شاشة عريضة</PresentationFormat>
  <Paragraphs>280</Paragraphs>
  <Slides>8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لمسار تجهيز وتفعيل الحديقة</dc:title>
  <dc:subject>KAGA Track Daily Report Template</dc:subject>
  <dc:creator>OpenAI</dc:creator>
  <cp:lastModifiedBy>musab fahad alqattan</cp:lastModifiedBy>
  <cp:revision>8</cp:revision>
  <dcterms:created xsi:type="dcterms:W3CDTF">2026-06-04T19:50:48Z</dcterms:created>
  <dcterms:modified xsi:type="dcterms:W3CDTF">2026-06-07T02:31:47Z</dcterms:modified>
</cp:coreProperties>
</file>