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16" d="100"/>
          <a:sy n="116" d="100"/>
        </p:scale>
        <p:origin x="96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99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5C0B3-6D0B-AB02-A54E-17118FDBA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46943-5B24-828E-F323-2DEF954192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5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11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0F0AC-C794-7227-4122-9C9E427030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3">
            <a:extLst>
              <a:ext uri="{FF2B5EF4-FFF2-40B4-BE49-F238E27FC236}">
                <a16:creationId xmlns:a16="http://schemas.microsoft.com/office/drawing/2014/main" id="{7D8F9154-3135-E2FE-F30A-DDE2541D15AD}"/>
              </a:ext>
            </a:extLst>
          </p:cNvPr>
          <p:cNvSpPr/>
          <p:nvPr/>
        </p:nvSpPr>
        <p:spPr>
          <a:xfrm>
            <a:off x="2560320" y="1389888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</a:t>
            </a:r>
            <a:r>
              <a:rPr lang="ar-SA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</a:t>
            </a: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مشروع افتتاح حدائق الملك عبدالله العالمية</a:t>
            </a:r>
            <a:endParaRPr lang="en-US" sz="3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52DA051-51DF-52AD-962A-C4B80F0643A0}"/>
              </a:ext>
            </a:extLst>
          </p:cNvPr>
          <p:cNvSpPr/>
          <p:nvPr/>
        </p:nvSpPr>
        <p:spPr>
          <a:xfrm>
            <a:off x="2560320" y="2304288"/>
            <a:ext cx="8915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رقم</a:t>
            </a:r>
            <a:r>
              <a:rPr lang="en-US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الأسبوع ٢٠٢٦ | الفترة: اليوم</a:t>
            </a:r>
            <a:r>
              <a:rPr lang="ar-SA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الشهر السنة</a:t>
            </a:r>
            <a:endParaRPr lang="en-US" sz="1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DED59DF-06D0-B3D7-70E2-AEB7B05CA06C}"/>
              </a:ext>
            </a:extLst>
          </p:cNvPr>
          <p:cNvSpPr/>
          <p:nvPr/>
        </p:nvSpPr>
        <p:spPr>
          <a:xfrm>
            <a:off x="2560319" y="2880360"/>
            <a:ext cx="8915399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تنفيذي مرتب لمتابعة التقدم، المسارات الأربعة، المخاطر، القرارات، والسلامة والجودة.</a:t>
            </a:r>
            <a:endParaRPr lang="en-US" sz="1600" b="1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AF242DB4-3F29-6B87-0EDA-35B769A57365}"/>
              </a:ext>
            </a:extLst>
          </p:cNvPr>
          <p:cNvSpPr/>
          <p:nvPr/>
        </p:nvSpPr>
        <p:spPr>
          <a:xfrm>
            <a:off x="362468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542FACC-87BC-A0F1-415C-DF69621BE75A}"/>
              </a:ext>
            </a:extLst>
          </p:cNvPr>
          <p:cNvSpPr/>
          <p:nvPr/>
        </p:nvSpPr>
        <p:spPr>
          <a:xfrm>
            <a:off x="361759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تجهيز وتفعيل الحديقة</a:t>
            </a:r>
            <a:endParaRPr lang="en-US" sz="74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AB97EF6-3522-6E37-AC58-69516D17B7FE}"/>
              </a:ext>
            </a:extLst>
          </p:cNvPr>
          <p:cNvSpPr/>
          <p:nvPr/>
        </p:nvSpPr>
        <p:spPr>
          <a:xfrm>
            <a:off x="554492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5335A43-0CA9-B666-1997-63BBFB5F5EE2}"/>
              </a:ext>
            </a:extLst>
          </p:cNvPr>
          <p:cNvSpPr/>
          <p:nvPr/>
        </p:nvSpPr>
        <p:spPr>
          <a:xfrm>
            <a:off x="553783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الفعاليات والأنشطة المصاحبة</a:t>
            </a:r>
            <a:endParaRPr lang="en-US" sz="74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DD99CC7-9E7A-33A0-C1A7-77934F1127F1}"/>
              </a:ext>
            </a:extLst>
          </p:cNvPr>
          <p:cNvSpPr/>
          <p:nvPr/>
        </p:nvSpPr>
        <p:spPr>
          <a:xfrm>
            <a:off x="746516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3252352-2D8E-1651-524E-98AA5455CD0B}"/>
              </a:ext>
            </a:extLst>
          </p:cNvPr>
          <p:cNvSpPr/>
          <p:nvPr/>
        </p:nvSpPr>
        <p:spPr>
          <a:xfrm>
            <a:off x="745807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التواصل والتسويق</a:t>
            </a:r>
            <a:endParaRPr lang="en-US" sz="74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7AA0427-7A9B-EEB7-F03E-9561B0F863D5}"/>
              </a:ext>
            </a:extLst>
          </p:cNvPr>
          <p:cNvSpPr/>
          <p:nvPr/>
        </p:nvSpPr>
        <p:spPr>
          <a:xfrm>
            <a:off x="938540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23C972A-654B-AE26-49B8-EE5838CA21F2}"/>
              </a:ext>
            </a:extLst>
          </p:cNvPr>
          <p:cNvSpPr/>
          <p:nvPr/>
        </p:nvSpPr>
        <p:spPr>
          <a:xfrm>
            <a:off x="937831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التخطيط والتنسيق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تنفيذي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٠٢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3355848" y="1005840"/>
            <a:ext cx="73152" cy="1508760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اليوم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9144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9418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16002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6276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2860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23134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22960" y="1856232"/>
            <a:ext cx="20574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الحالة: أ/أص/ح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39312" y="10058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7498080" y="1005840"/>
            <a:ext cx="73152" cy="1508760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3767328" y="10972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3950208" y="139903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772400" y="10058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11631168" y="1005840"/>
            <a:ext cx="73152" cy="150876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7900416" y="10972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8092440" y="1399032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نشاط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نشاط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نشاط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02920" y="278892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9" name="Shape 27"/>
          <p:cNvSpPr/>
          <p:nvPr/>
        </p:nvSpPr>
        <p:spPr>
          <a:xfrm>
            <a:off x="5961888" y="2788920"/>
            <a:ext cx="73152" cy="246888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630936" y="288036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أهم ملاحظات اليوم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391656" y="2788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3" name="Shape 31"/>
          <p:cNvSpPr/>
          <p:nvPr/>
        </p:nvSpPr>
        <p:spPr>
          <a:xfrm>
            <a:off x="11804904" y="2795451"/>
            <a:ext cx="73152" cy="246888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6391656" y="2880360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القضايا الحرجة والتصعيد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537960" y="3273552"/>
            <a:ext cx="14173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6565392" y="332384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7955280" y="3273552"/>
            <a:ext cx="9144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7982712" y="332384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869680" y="3273552"/>
            <a:ext cx="14173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8897112" y="332384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0287000" y="3273552"/>
            <a:ext cx="7772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10314432" y="332384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1064240" y="3273552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11091672" y="3323844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القضية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537960" y="3566160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6569964" y="3611880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7955280" y="3566160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7987284" y="361188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8869680" y="3566160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901684" y="3611880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10287000" y="3566160"/>
            <a:ext cx="7772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 dirty="0"/>
          </a:p>
        </p:txBody>
      </p:sp>
      <p:sp>
        <p:nvSpPr>
          <p:cNvPr id="52" name="Text 50"/>
          <p:cNvSpPr/>
          <p:nvPr/>
        </p:nvSpPr>
        <p:spPr>
          <a:xfrm>
            <a:off x="10319004" y="3611880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11064240" y="3566160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0" b="0" i="0" u="none" strike="noStrike" kern="1200" cap="none" spc="0" normalizeH="0" baseline="0" noProof="0" dirty="0">
                <a:ln>
                  <a:noFill/>
                </a:ln>
                <a:solidFill>
                  <a:srgbClr val="24374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kumimoji="0" lang="en-US" sz="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096244" y="3611880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endParaRPr dirty="0"/>
          </a:p>
        </p:txBody>
      </p:sp>
      <p:sp>
        <p:nvSpPr>
          <p:cNvPr id="55" name="Shape 53"/>
          <p:cNvSpPr/>
          <p:nvPr/>
        </p:nvSpPr>
        <p:spPr>
          <a:xfrm>
            <a:off x="6537960" y="3950208"/>
            <a:ext cx="14173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569964" y="3995928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7955280" y="3950208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7987284" y="3995928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8869680" y="3950208"/>
            <a:ext cx="14173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8901684" y="3995928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10287000" y="3950208"/>
            <a:ext cx="7772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Text 60"/>
          <p:cNvSpPr/>
          <p:nvPr/>
        </p:nvSpPr>
        <p:spPr>
          <a:xfrm>
            <a:off x="10319004" y="3995928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11064240" y="3950208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4" name="Text 62"/>
          <p:cNvSpPr/>
          <p:nvPr/>
        </p:nvSpPr>
        <p:spPr>
          <a:xfrm>
            <a:off x="11096244" y="3995928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lang="en-US" sz="670" dirty="0"/>
          </a:p>
        </p:txBody>
      </p:sp>
      <p:sp>
        <p:nvSpPr>
          <p:cNvPr id="65" name="Shape 63"/>
          <p:cNvSpPr/>
          <p:nvPr/>
        </p:nvSpPr>
        <p:spPr>
          <a:xfrm>
            <a:off x="6537960" y="4334256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6" name="Text 64"/>
          <p:cNvSpPr/>
          <p:nvPr/>
        </p:nvSpPr>
        <p:spPr>
          <a:xfrm>
            <a:off x="6569964" y="4379976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67" name="Shape 65"/>
          <p:cNvSpPr/>
          <p:nvPr/>
        </p:nvSpPr>
        <p:spPr>
          <a:xfrm>
            <a:off x="7955280" y="433425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8" name="Text 66"/>
          <p:cNvSpPr/>
          <p:nvPr/>
        </p:nvSpPr>
        <p:spPr>
          <a:xfrm>
            <a:off x="7987284" y="437997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69" name="Shape 67"/>
          <p:cNvSpPr/>
          <p:nvPr/>
        </p:nvSpPr>
        <p:spPr>
          <a:xfrm>
            <a:off x="8869680" y="4334256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0" name="Text 68"/>
          <p:cNvSpPr/>
          <p:nvPr/>
        </p:nvSpPr>
        <p:spPr>
          <a:xfrm>
            <a:off x="8901684" y="4379976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71" name="Shape 69"/>
          <p:cNvSpPr/>
          <p:nvPr/>
        </p:nvSpPr>
        <p:spPr>
          <a:xfrm>
            <a:off x="10287000" y="4334256"/>
            <a:ext cx="7772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2" name="Text 70"/>
          <p:cNvSpPr/>
          <p:nvPr/>
        </p:nvSpPr>
        <p:spPr>
          <a:xfrm>
            <a:off x="10319004" y="4379976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73" name="Shape 71"/>
          <p:cNvSpPr/>
          <p:nvPr/>
        </p:nvSpPr>
        <p:spPr>
          <a:xfrm>
            <a:off x="11064240" y="433425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4" name="Text 72"/>
          <p:cNvSpPr/>
          <p:nvPr/>
        </p:nvSpPr>
        <p:spPr>
          <a:xfrm>
            <a:off x="11096244" y="437997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المسارات الأربعة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٠٣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4416552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744716" y="960120"/>
            <a:ext cx="51044" cy="4462272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المسارات اليومية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508760"/>
            <a:ext cx="22402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590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01752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304495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93776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496519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الغد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85800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688543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اليوم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778240" y="1508760"/>
            <a:ext cx="8686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8805672" y="1559052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إنجاز أمس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646920" y="1508760"/>
            <a:ext cx="2057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9674352" y="1559052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801368"/>
            <a:ext cx="22402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301752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304952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93776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496976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85800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89000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8778240" y="1801368"/>
            <a:ext cx="8686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810244" y="1847088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646920" y="1801368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9678924" y="1847088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التخطيط والتنسيق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777240" y="2368296"/>
            <a:ext cx="22402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414016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01752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304952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93776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496976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85800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689000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778240" y="2368296"/>
            <a:ext cx="8686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8810244" y="2414016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646920" y="2368296"/>
            <a:ext cx="205740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9678924" y="2414016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التواصل والتسويق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77240" y="2935224"/>
            <a:ext cx="22402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09244" y="2980944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301752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304952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493776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Text 52"/>
          <p:cNvSpPr/>
          <p:nvPr/>
        </p:nvSpPr>
        <p:spPr>
          <a:xfrm>
            <a:off x="496976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685800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89000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8778240" y="2935224"/>
            <a:ext cx="8686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8810244" y="2980944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9646920" y="2935224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9678924" y="2980944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الفعاليات والأنشطة المصاحبة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777240" y="3502152"/>
            <a:ext cx="22402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Text 60"/>
          <p:cNvSpPr/>
          <p:nvPr/>
        </p:nvSpPr>
        <p:spPr>
          <a:xfrm>
            <a:off x="809244" y="3547872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301752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4" name="Text 62"/>
          <p:cNvSpPr/>
          <p:nvPr/>
        </p:nvSpPr>
        <p:spPr>
          <a:xfrm>
            <a:off x="304952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493776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6" name="Text 64"/>
          <p:cNvSpPr/>
          <p:nvPr/>
        </p:nvSpPr>
        <p:spPr>
          <a:xfrm>
            <a:off x="496976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685800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8" name="Text 66"/>
          <p:cNvSpPr/>
          <p:nvPr/>
        </p:nvSpPr>
        <p:spPr>
          <a:xfrm>
            <a:off x="689000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778240" y="3502152"/>
            <a:ext cx="8686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0" name="Text 68"/>
          <p:cNvSpPr/>
          <p:nvPr/>
        </p:nvSpPr>
        <p:spPr>
          <a:xfrm>
            <a:off x="8810244" y="3547872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9646920" y="3502152"/>
            <a:ext cx="205740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2" name="Text 70"/>
          <p:cNvSpPr/>
          <p:nvPr/>
        </p:nvSpPr>
        <p:spPr>
          <a:xfrm>
            <a:off x="9678924" y="3547872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تجهيز وتفعيل الحديقة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اليومية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٠٤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631168" y="1005840"/>
            <a:ext cx="73152" cy="201168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مؤشرات السلامة اليومية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33756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36499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6634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6908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 مسجلة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989320" y="1481328"/>
            <a:ext cx="22860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6016752" y="1531620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275320" y="1481328"/>
            <a:ext cx="25146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8302752" y="1531620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333756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336956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46634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46954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5989320" y="1773936"/>
            <a:ext cx="2286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6021324" y="1819656"/>
            <a:ext cx="22219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8275320" y="1773936"/>
            <a:ext cx="25146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8307324" y="1819656"/>
            <a:ext cx="24505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333756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336956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46634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46954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5989320" y="2167128"/>
            <a:ext cx="228600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6021324" y="2212848"/>
            <a:ext cx="22219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8275320" y="2167128"/>
            <a:ext cx="251460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8307324" y="2212848"/>
            <a:ext cx="24505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15" dirty="0"/>
          </a:p>
        </p:txBody>
      </p:sp>
      <p:sp>
        <p:nvSpPr>
          <p:cNvPr id="49" name="Shape 47"/>
          <p:cNvSpPr/>
          <p:nvPr/>
        </p:nvSpPr>
        <p:spPr>
          <a:xfrm>
            <a:off x="502920" y="3429000"/>
            <a:ext cx="11201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Shape 48"/>
          <p:cNvSpPr/>
          <p:nvPr/>
        </p:nvSpPr>
        <p:spPr>
          <a:xfrm>
            <a:off x="11631168" y="3429000"/>
            <a:ext cx="73152" cy="210312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1" name="Text 49"/>
          <p:cNvSpPr/>
          <p:nvPr/>
        </p:nvSpPr>
        <p:spPr>
          <a:xfrm>
            <a:off x="630936" y="352044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الجودة والجاهزية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777240" y="3913632"/>
            <a:ext cx="21031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3" name="Text 51"/>
          <p:cNvSpPr/>
          <p:nvPr/>
        </p:nvSpPr>
        <p:spPr>
          <a:xfrm>
            <a:off x="804672" y="396392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2880360" y="3913632"/>
            <a:ext cx="25603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5" name="Text 53"/>
          <p:cNvSpPr/>
          <p:nvPr/>
        </p:nvSpPr>
        <p:spPr>
          <a:xfrm>
            <a:off x="2907792" y="396392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440680" y="3913632"/>
            <a:ext cx="12801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7" name="Text 55"/>
          <p:cNvSpPr/>
          <p:nvPr/>
        </p:nvSpPr>
        <p:spPr>
          <a:xfrm>
            <a:off x="5468112" y="39639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6720840" y="3913632"/>
            <a:ext cx="12801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9" name="Text 57"/>
          <p:cNvSpPr/>
          <p:nvPr/>
        </p:nvSpPr>
        <p:spPr>
          <a:xfrm>
            <a:off x="6748272" y="39639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8001000" y="3913632"/>
            <a:ext cx="27889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1" name="Text 59"/>
          <p:cNvSpPr/>
          <p:nvPr/>
        </p:nvSpPr>
        <p:spPr>
          <a:xfrm>
            <a:off x="8028432" y="396392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777240" y="4206240"/>
            <a:ext cx="2103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809244" y="4251960"/>
            <a:ext cx="20391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15" dirty="0"/>
          </a:p>
        </p:txBody>
      </p:sp>
      <p:sp>
        <p:nvSpPr>
          <p:cNvPr id="64" name="Shape 62"/>
          <p:cNvSpPr/>
          <p:nvPr/>
        </p:nvSpPr>
        <p:spPr>
          <a:xfrm>
            <a:off x="2880360" y="4206240"/>
            <a:ext cx="25603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5" name="Text 63"/>
          <p:cNvSpPr/>
          <p:nvPr/>
        </p:nvSpPr>
        <p:spPr>
          <a:xfrm>
            <a:off x="2912364" y="4251960"/>
            <a:ext cx="24963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66" name="Shape 64"/>
          <p:cNvSpPr/>
          <p:nvPr/>
        </p:nvSpPr>
        <p:spPr>
          <a:xfrm>
            <a:off x="5440680" y="4206240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7" name="Text 65"/>
          <p:cNvSpPr/>
          <p:nvPr/>
        </p:nvSpPr>
        <p:spPr>
          <a:xfrm>
            <a:off x="5472684" y="4251960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68" name="Shape 66"/>
          <p:cNvSpPr/>
          <p:nvPr/>
        </p:nvSpPr>
        <p:spPr>
          <a:xfrm>
            <a:off x="6720840" y="4206240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9" name="Text 67"/>
          <p:cNvSpPr/>
          <p:nvPr/>
        </p:nvSpPr>
        <p:spPr>
          <a:xfrm>
            <a:off x="6752844" y="4251960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15" dirty="0"/>
          </a:p>
        </p:txBody>
      </p:sp>
      <p:sp>
        <p:nvSpPr>
          <p:cNvPr id="70" name="Shape 68"/>
          <p:cNvSpPr/>
          <p:nvPr/>
        </p:nvSpPr>
        <p:spPr>
          <a:xfrm>
            <a:off x="8001000" y="4206240"/>
            <a:ext cx="2788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1" name="Text 69"/>
          <p:cNvSpPr/>
          <p:nvPr/>
        </p:nvSpPr>
        <p:spPr>
          <a:xfrm>
            <a:off x="8033004" y="4251960"/>
            <a:ext cx="27249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15" dirty="0"/>
          </a:p>
        </p:txBody>
      </p:sp>
      <p:sp>
        <p:nvSpPr>
          <p:cNvPr id="72" name="Shape 70"/>
          <p:cNvSpPr/>
          <p:nvPr/>
        </p:nvSpPr>
        <p:spPr>
          <a:xfrm>
            <a:off x="777240" y="4599432"/>
            <a:ext cx="21031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3" name="Text 71"/>
          <p:cNvSpPr/>
          <p:nvPr/>
        </p:nvSpPr>
        <p:spPr>
          <a:xfrm>
            <a:off x="809244" y="4645152"/>
            <a:ext cx="20391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15" dirty="0"/>
          </a:p>
        </p:txBody>
      </p:sp>
      <p:sp>
        <p:nvSpPr>
          <p:cNvPr id="74" name="Shape 72"/>
          <p:cNvSpPr/>
          <p:nvPr/>
        </p:nvSpPr>
        <p:spPr>
          <a:xfrm>
            <a:off x="2880360" y="4599432"/>
            <a:ext cx="25603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5" name="Text 73"/>
          <p:cNvSpPr/>
          <p:nvPr/>
        </p:nvSpPr>
        <p:spPr>
          <a:xfrm>
            <a:off x="2912364" y="4645152"/>
            <a:ext cx="24963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76" name="Shape 74"/>
          <p:cNvSpPr/>
          <p:nvPr/>
        </p:nvSpPr>
        <p:spPr>
          <a:xfrm>
            <a:off x="5440680" y="4599432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7" name="Text 75"/>
          <p:cNvSpPr/>
          <p:nvPr/>
        </p:nvSpPr>
        <p:spPr>
          <a:xfrm>
            <a:off x="5472684" y="4645152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78" name="Shape 76"/>
          <p:cNvSpPr/>
          <p:nvPr/>
        </p:nvSpPr>
        <p:spPr>
          <a:xfrm>
            <a:off x="6720840" y="4599432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9" name="Text 77"/>
          <p:cNvSpPr/>
          <p:nvPr/>
        </p:nvSpPr>
        <p:spPr>
          <a:xfrm>
            <a:off x="6752844" y="4645152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15" dirty="0"/>
          </a:p>
        </p:txBody>
      </p:sp>
      <p:sp>
        <p:nvSpPr>
          <p:cNvPr id="80" name="Shape 78"/>
          <p:cNvSpPr/>
          <p:nvPr/>
        </p:nvSpPr>
        <p:spPr>
          <a:xfrm>
            <a:off x="8001000" y="4599432"/>
            <a:ext cx="27889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1" name="Text 79"/>
          <p:cNvSpPr/>
          <p:nvPr/>
        </p:nvSpPr>
        <p:spPr>
          <a:xfrm>
            <a:off x="8033004" y="4645152"/>
            <a:ext cx="27249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1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والقرارات اليومية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٠٥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00584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6172075" y="1005840"/>
            <a:ext cx="73152" cy="214884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 err="1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أهم</a:t>
            </a: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المخاطر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280160" y="1481328"/>
            <a:ext cx="17830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307592" y="15316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063240" y="1481328"/>
            <a:ext cx="9144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0906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977640" y="1481328"/>
            <a:ext cx="16002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00507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577840" y="1481328"/>
            <a:ext cx="5486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5605272" y="15316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1280160" y="1773936"/>
            <a:ext cx="17830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1312164" y="1819656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3063240" y="17739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309524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397764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400964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5577840" y="1773936"/>
            <a:ext cx="548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5609844" y="1819656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1280160" y="2157984"/>
            <a:ext cx="17830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1312164" y="2203704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3063240" y="21579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3095244" y="22037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397764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400964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577840" y="2157984"/>
            <a:ext cx="548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5609844" y="2203704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1280160" y="2542032"/>
            <a:ext cx="17830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1312164" y="2587752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3063240" y="25420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3095244" y="25877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397764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400964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5577840" y="2542032"/>
            <a:ext cx="548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5609844" y="2587752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6482595" y="10058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Shape 52"/>
          <p:cNvSpPr/>
          <p:nvPr/>
        </p:nvSpPr>
        <p:spPr>
          <a:xfrm>
            <a:off x="11819058" y="1005840"/>
            <a:ext cx="73152" cy="214884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5" name="Text 53"/>
          <p:cNvSpPr/>
          <p:nvPr/>
        </p:nvSpPr>
        <p:spPr>
          <a:xfrm>
            <a:off x="6437376" y="109728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 واعتمادات مطلوبة اليوم</a:t>
            </a:r>
            <a:endParaRPr lang="en-US" sz="1040" dirty="0"/>
          </a:p>
        </p:txBody>
      </p:sp>
      <p:sp>
        <p:nvSpPr>
          <p:cNvPr id="56" name="Shape 54"/>
          <p:cNvSpPr/>
          <p:nvPr/>
        </p:nvSpPr>
        <p:spPr>
          <a:xfrm>
            <a:off x="6583680" y="1481328"/>
            <a:ext cx="16459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7" name="Text 55"/>
          <p:cNvSpPr/>
          <p:nvPr/>
        </p:nvSpPr>
        <p:spPr>
          <a:xfrm>
            <a:off x="661111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9" name="Text 57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1" name="Text 59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658368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5" name="Text 63"/>
          <p:cNvSpPr/>
          <p:nvPr/>
        </p:nvSpPr>
        <p:spPr>
          <a:xfrm>
            <a:off x="661568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66" name="Shape 64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7" name="Text 65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9" name="Text 67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70" name="Shape 68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1" name="Text 69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658368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3" name="Text 71"/>
          <p:cNvSpPr/>
          <p:nvPr/>
        </p:nvSpPr>
        <p:spPr>
          <a:xfrm>
            <a:off x="661568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74" name="Shape 72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5" name="Text 73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76" name="Shape 74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7" name="Text 75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9" name="Text 77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70" dirty="0"/>
          </a:p>
        </p:txBody>
      </p:sp>
      <p:sp>
        <p:nvSpPr>
          <p:cNvPr id="80" name="Shape 78"/>
          <p:cNvSpPr/>
          <p:nvPr/>
        </p:nvSpPr>
        <p:spPr>
          <a:xfrm>
            <a:off x="658368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1" name="Text 79"/>
          <p:cNvSpPr/>
          <p:nvPr/>
        </p:nvSpPr>
        <p:spPr>
          <a:xfrm>
            <a:off x="661568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3" name="Text 81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84" name="Shape 82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5" name="Text 83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7" name="Text 85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502920" y="3611880"/>
            <a:ext cx="11201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9" name="Shape 87"/>
          <p:cNvSpPr/>
          <p:nvPr/>
        </p:nvSpPr>
        <p:spPr>
          <a:xfrm>
            <a:off x="11631168" y="3611880"/>
            <a:ext cx="73152" cy="169164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90" name="Text 88"/>
          <p:cNvSpPr/>
          <p:nvPr/>
        </p:nvSpPr>
        <p:spPr>
          <a:xfrm>
            <a:off x="630936" y="370332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المعالجة والمتابعة</a:t>
            </a:r>
            <a:endParaRPr lang="en-US" sz="1040" dirty="0"/>
          </a:p>
        </p:txBody>
      </p:sp>
      <p:sp>
        <p:nvSpPr>
          <p:cNvPr id="91" name="Text 89"/>
          <p:cNvSpPr/>
          <p:nvPr/>
        </p:nvSpPr>
        <p:spPr>
          <a:xfrm>
            <a:off x="868680" y="406908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١ + مالك + وقت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٢ + مالك + وقت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٣ + مالك + وقت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إنجازه الآن | غداً = ما سيتم إنجازه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17320" y="301752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2084832" y="286207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224028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5" name="Shape 13"/>
          <p:cNvSpPr/>
          <p:nvPr/>
        </p:nvSpPr>
        <p:spPr>
          <a:xfrm>
            <a:off x="1856232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695774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29937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793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غداً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Shape 18"/>
          <p:cNvSpPr/>
          <p:nvPr/>
        </p:nvSpPr>
        <p:spPr>
          <a:xfrm>
            <a:off x="3493008" y="3520440"/>
            <a:ext cx="73152" cy="1691640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Text 19"/>
          <p:cNvSpPr/>
          <p:nvPr/>
        </p:nvSpPr>
        <p:spPr>
          <a:xfrm>
            <a:off x="90525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167128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59552" y="2862072"/>
            <a:ext cx="310896" cy="31089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571500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Shape 24"/>
          <p:cNvSpPr/>
          <p:nvPr/>
        </p:nvSpPr>
        <p:spPr>
          <a:xfrm>
            <a:off x="5218218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7" name="Text 25"/>
          <p:cNvSpPr/>
          <p:nvPr/>
        </p:nvSpPr>
        <p:spPr>
          <a:xfrm>
            <a:off x="5145442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77409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8265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6967728" y="3520440"/>
            <a:ext cx="73152" cy="169164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437997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448056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641848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034272" y="286207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918972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7" name="Shape 35"/>
          <p:cNvSpPr/>
          <p:nvPr/>
        </p:nvSpPr>
        <p:spPr>
          <a:xfrm>
            <a:off x="8805672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670266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24881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8263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Shape 40"/>
          <p:cNvSpPr/>
          <p:nvPr/>
        </p:nvSpPr>
        <p:spPr>
          <a:xfrm>
            <a:off x="10442448" y="3520440"/>
            <a:ext cx="73152" cy="1691640"/>
          </a:xfrm>
          <a:prstGeom prst="rect">
            <a:avLst/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3" name="Text 41"/>
          <p:cNvSpPr/>
          <p:nvPr/>
        </p:nvSpPr>
        <p:spPr>
          <a:xfrm>
            <a:off x="785469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795528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9126616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715000" y="5413248"/>
            <a:ext cx="0" cy="0"/>
          </a:xfrm>
          <a:prstGeom prst="line">
            <a:avLst/>
          </a:prstGeom>
          <a:noFill/>
          <a:ln w="1524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وخطة الغد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٠٧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631168" y="1005840"/>
            <a:ext cx="73152" cy="278892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188720" y="1481328"/>
            <a:ext cx="24688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216152" y="153162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657600" y="1481328"/>
            <a:ext cx="23317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685032" y="1531620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القرار/الإجراء المطلوب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989320" y="1481328"/>
            <a:ext cx="21945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6016752" y="1531620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السبب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18388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821131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326880" y="1481328"/>
            <a:ext cx="146304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9354312" y="153162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773936"/>
            <a:ext cx="4114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19656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1188720" y="1773936"/>
            <a:ext cx="24688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1220724" y="1819656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3657600" y="1773936"/>
            <a:ext cx="233172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3689604" y="1819656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5989320" y="1773936"/>
            <a:ext cx="219456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021324" y="1819656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8183880" y="1773936"/>
            <a:ext cx="114300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215884" y="1819656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9326880" y="1773936"/>
            <a:ext cx="146304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9358884" y="1819656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777240" y="2176272"/>
            <a:ext cx="41148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221992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1188720" y="2176272"/>
            <a:ext cx="246888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1220724" y="2221992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3657600" y="2176272"/>
            <a:ext cx="233172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3689604" y="2221992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5989320" y="2176272"/>
            <a:ext cx="219456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6021324" y="2221992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8183880" y="2176272"/>
            <a:ext cx="114300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8215884" y="2221992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9326880" y="2176272"/>
            <a:ext cx="146304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9358884" y="2221992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15" dirty="0"/>
          </a:p>
        </p:txBody>
      </p:sp>
      <p:sp>
        <p:nvSpPr>
          <p:cNvPr id="49" name="Shape 47"/>
          <p:cNvSpPr/>
          <p:nvPr/>
        </p:nvSpPr>
        <p:spPr>
          <a:xfrm>
            <a:off x="777240" y="2578608"/>
            <a:ext cx="4114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09244" y="2624328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51" name="Shape 49"/>
          <p:cNvSpPr/>
          <p:nvPr/>
        </p:nvSpPr>
        <p:spPr>
          <a:xfrm>
            <a:off x="1188720" y="2578608"/>
            <a:ext cx="24688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1220724" y="2624328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53" name="Shape 51"/>
          <p:cNvSpPr/>
          <p:nvPr/>
        </p:nvSpPr>
        <p:spPr>
          <a:xfrm>
            <a:off x="3657600" y="2578608"/>
            <a:ext cx="233172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Text 52"/>
          <p:cNvSpPr/>
          <p:nvPr/>
        </p:nvSpPr>
        <p:spPr>
          <a:xfrm>
            <a:off x="3689604" y="2624328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5989320" y="2578608"/>
            <a:ext cx="219456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021324" y="2624328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57" name="Shape 55"/>
          <p:cNvSpPr/>
          <p:nvPr/>
        </p:nvSpPr>
        <p:spPr>
          <a:xfrm>
            <a:off x="8183880" y="2578608"/>
            <a:ext cx="114300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8215884" y="2624328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59" name="Shape 57"/>
          <p:cNvSpPr/>
          <p:nvPr/>
        </p:nvSpPr>
        <p:spPr>
          <a:xfrm>
            <a:off x="9326880" y="2578608"/>
            <a:ext cx="146304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9358884" y="2624328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15" dirty="0"/>
          </a:p>
        </p:txBody>
      </p:sp>
      <p:sp>
        <p:nvSpPr>
          <p:cNvPr id="61" name="Shape 59"/>
          <p:cNvSpPr/>
          <p:nvPr/>
        </p:nvSpPr>
        <p:spPr>
          <a:xfrm>
            <a:off x="502920" y="425196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Shape 60"/>
          <p:cNvSpPr/>
          <p:nvPr/>
        </p:nvSpPr>
        <p:spPr>
          <a:xfrm>
            <a:off x="11631168" y="4251960"/>
            <a:ext cx="73152" cy="1417320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630936" y="434340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التقرير اليومي</a:t>
            </a:r>
            <a:endParaRPr lang="en-US" sz="1040" dirty="0"/>
          </a:p>
        </p:txBody>
      </p:sp>
      <p:sp>
        <p:nvSpPr>
          <p:cNvPr id="64" name="Text 62"/>
          <p:cNvSpPr/>
          <p:nvPr/>
        </p:nvSpPr>
        <p:spPr>
          <a:xfrm>
            <a:off x="868680" y="4773168"/>
            <a:ext cx="10149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اليوم • محضر الاجتماع الصباحي • سجل القرارات • سجل القضايا • روابط الأدلة والاعتمادات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C36D31B3-1697-1615-AF60-988EB5F92822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1294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526</Words>
  <Application>Microsoft Macintosh PowerPoint</Application>
  <PresentationFormat>شاشة عريضة</PresentationFormat>
  <Paragraphs>233</Paragraphs>
  <Slides>8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– كاقا</dc:title>
  <dc:subject>Daily Report Template</dc:subject>
  <dc:creator>OpenAI</dc:creator>
  <cp:lastModifiedBy>musab fahad alqattan</cp:lastModifiedBy>
  <cp:revision>6</cp:revision>
  <dcterms:created xsi:type="dcterms:W3CDTF">2026-06-04T19:34:45Z</dcterms:created>
  <dcterms:modified xsi:type="dcterms:W3CDTF">2026-06-07T02:33:08Z</dcterms:modified>
</cp:coreProperties>
</file>